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476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image" Target="../media/image1.jpg"/><Relationship Id="rId7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g"/><Relationship Id="rId5" Type="http://schemas.openxmlformats.org/officeDocument/2006/relationships/image" Target="../media/image4.jpg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image" Target="../media/image12.jpg"/><Relationship Id="rId7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g"/><Relationship Id="rId5" Type="http://schemas.openxmlformats.org/officeDocument/2006/relationships/image" Target="../media/image4.jpg"/><Relationship Id="rId4" Type="http://schemas.openxmlformats.org/officeDocument/2006/relationships/image" Target="../media/image1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assets/moth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12280" y="0"/>
            <a:ext cx="5379415" cy="6858000"/>
          </a:xfrm>
          <a:prstGeom prst="rect">
            <a:avLst/>
          </a:prstGeom>
          <a:solidFill>
            <a:srgbClr val="F7F4EF"/>
          </a:solidFill>
          <a:ln w="12700">
            <a:solidFill>
              <a:srgbClr val="F7F4E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60920" y="9144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SM6P07NI Digital Media Project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60920" y="1417320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Distance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Doesn’t Matter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7388352" y="29443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 Logistics TVC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88352" y="34015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Individual Presentation • 10 Minutes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88352" y="54406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Binay Bhattarai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London Met ID: 23048277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6528816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SM6P07NI Digital Media Project  •  Dash Logistics TVC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018520" y="64556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Presentation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2648" y="95097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around the coursework criteria: introduction, development process, demonstration and reflection.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143000" cy="0"/>
          </a:xfrm>
          <a:prstGeom prst="line">
            <a:avLst/>
          </a:prstGeom>
          <a:noFill/>
          <a:ln w="38100">
            <a:solidFill>
              <a:srgbClr val="E31B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33832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647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20756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Introduction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49631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project is, why it was made and the final message.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3832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7647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17720" y="20756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 Process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249631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Research, concept planning, script, storyboard, production and post-production.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92440" y="1600200"/>
            <a:ext cx="33832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7647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321040" y="20756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Demonstration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21040" y="249631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scenes and final TVC frames showing the emotional delivery journey.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3794760"/>
            <a:ext cx="33832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9593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42702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Reflection &amp; Critical Analysis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469087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worked, what changed, challenges, learning and improvement areas.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89120" y="3794760"/>
            <a:ext cx="33832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39593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17720" y="42702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Q&amp;A Preparation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617720" y="469087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answers around process, tools, choices and feedback.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92440" y="3794760"/>
            <a:ext cx="33832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39593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min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321040" y="42702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Timing Plan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321040" y="469087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 visual slides with key talking points for a clear presentation.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94360" y="6528816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SM6P07NI Digital Media Project  •  Dash Logistics TVC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018520" y="64556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Introduction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2648" y="95097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no-dialogue emotional TVC for Dash Logistics.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143000" cy="0"/>
          </a:xfrm>
          <a:prstGeom prst="line">
            <a:avLst/>
          </a:prstGeom>
          <a:noFill/>
          <a:ln w="38100">
            <a:solidFill>
              <a:srgbClr val="E31B23"/>
            </a:solidFill>
            <a:prstDash val="solid"/>
          </a:ln>
        </p:spPr>
      </p:sp>
      <p:pic>
        <p:nvPicPr>
          <p:cNvPr id="5" name="Image 0" descr="/mnt/data/ppt_assets/deliver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822960"/>
            <a:ext cx="5074920" cy="5166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497787"/>
            <a:ext cx="1417320" cy="422453"/>
          </a:xfrm>
          <a:prstGeom prst="roundRect">
            <a:avLst>
              <a:gd name="adj" fmla="val 19048"/>
            </a:avLst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5528" y="1604772"/>
            <a:ext cx="119786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DIALOGUE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85800" y="2212848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TVC tells the story of a mother sending clothes, food and a handwritten note to her son who is living away from home.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685800" y="39136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message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427939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 delivers more than parcels — it delivers care, emotion and connection.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85800" y="55595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Tagline: “Distance doesn’t break bonds. Dash delivers what matters.”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4360" y="6528816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SM6P07NI Digital Media Project  •  Dash Logistics TVC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1018520" y="64556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&amp; Story Arc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2648" y="95097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emotional flow from home to delivery to connection.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143000" cy="0"/>
          </a:xfrm>
          <a:prstGeom prst="line">
            <a:avLst/>
          </a:prstGeom>
          <a:noFill/>
          <a:ln w="38100">
            <a:solidFill>
              <a:srgbClr val="E31B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Mother packs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 is shown through clothes, food and note.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468880" y="1892808"/>
            <a:ext cx="320040" cy="0"/>
          </a:xfrm>
          <a:prstGeom prst="line">
            <a:avLst/>
          </a:prstGeom>
          <a:noFill/>
          <a:ln w="25400">
            <a:solidFill>
              <a:srgbClr val="E31B23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971800" y="178308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971800" y="2240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 collects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971800" y="28803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package leaves home through the rider.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09160" y="1892808"/>
            <a:ext cx="320040" cy="0"/>
          </a:xfrm>
          <a:prstGeom prst="line">
            <a:avLst/>
          </a:prstGeom>
          <a:noFill/>
          <a:ln w="25400">
            <a:solidFill>
              <a:srgbClr val="E31B23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212080" y="178308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2240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Rider travels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212080" y="28803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Scooter journey shows Dash in action.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949440" y="1892808"/>
            <a:ext cx="320040" cy="0"/>
          </a:xfrm>
          <a:prstGeom prst="line">
            <a:avLst/>
          </a:prstGeom>
          <a:noFill/>
          <a:ln w="25400">
            <a:solidFill>
              <a:srgbClr val="E31B23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452360" y="178308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52360" y="2240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 receives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452360" y="28803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Distance is reduced through the delivery.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89720" y="1892808"/>
            <a:ext cx="320040" cy="0"/>
          </a:xfrm>
          <a:prstGeom prst="line">
            <a:avLst/>
          </a:prstGeom>
          <a:noFill/>
          <a:ln w="25400">
            <a:solidFill>
              <a:srgbClr val="E31B23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9692640" y="178308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92640" y="2240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 lands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692640" y="28803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emotional message completes the story.</a:t>
            </a:r>
            <a:endParaRPr lang="en-US" sz="1150" dirty="0"/>
          </a:p>
        </p:txBody>
      </p:sp>
      <p:pic>
        <p:nvPicPr>
          <p:cNvPr id="24" name="Image 0" descr="/mnt/data/ppt_assets/no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4709160"/>
            <a:ext cx="2440432" cy="1417320"/>
          </a:xfrm>
          <a:prstGeom prst="rect">
            <a:avLst/>
          </a:prstGeom>
        </p:spPr>
      </p:pic>
      <p:pic>
        <p:nvPicPr>
          <p:cNvPr id="25" name="Image 1" descr="/mnt/data/ppt_assets/riderAlle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008" y="4709160"/>
            <a:ext cx="2440432" cy="1417320"/>
          </a:xfrm>
          <a:prstGeom prst="rect">
            <a:avLst/>
          </a:prstGeom>
        </p:spPr>
      </p:pic>
      <p:pic>
        <p:nvPicPr>
          <p:cNvPr id="26" name="Image 2" descr="/mnt/data/ppt_assets/delivery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6448" y="4709160"/>
            <a:ext cx="2440432" cy="14173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94360" y="6528816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SM6P07NI Digital Media Project  •  Dash Logistics TVC</a:t>
            </a:r>
            <a:endParaRPr lang="en-US" sz="750" dirty="0"/>
          </a:p>
        </p:txBody>
      </p:sp>
      <p:sp>
        <p:nvSpPr>
          <p:cNvPr id="28" name="Text 23"/>
          <p:cNvSpPr/>
          <p:nvPr/>
        </p:nvSpPr>
        <p:spPr>
          <a:xfrm>
            <a:off x="11018520" y="64556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&amp; Target Audience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2648" y="95097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focused on how to make a short delivery ad emotionally clear.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143000" cy="0"/>
          </a:xfrm>
          <a:prstGeom prst="line">
            <a:avLst/>
          </a:prstGeom>
          <a:noFill/>
          <a:ln w="38100">
            <a:solidFill>
              <a:srgbClr val="E31B23"/>
            </a:solidFill>
            <a:prstDash val="solid"/>
          </a:ln>
        </p:spPr>
      </p:sp>
      <p:pic>
        <p:nvPicPr>
          <p:cNvPr id="5" name="Image 0" descr="/mnt/data/a_high_resolution_photo_of_a_hand_drawn_story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54480"/>
            <a:ext cx="4572000" cy="3429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15000" y="15544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focus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715000" y="1965960"/>
            <a:ext cx="525780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Emotional storytelling in advertising</a:t>
            </a:r>
            <a:endParaRPr lang="en-US" sz="1500" dirty="0"/>
          </a:p>
          <a:p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 movement and shot planning</a:t>
            </a:r>
            <a:endParaRPr lang="en-US" sz="1500" dirty="0"/>
          </a:p>
          <a:p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Lighting, colour tone and visual mood</a:t>
            </a:r>
            <a:endParaRPr lang="en-US" sz="1500" dirty="0"/>
          </a:p>
          <a:p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Sound design for a no-dialogue video</a:t>
            </a:r>
            <a:endParaRPr lang="en-US" sz="1500" dirty="0"/>
          </a:p>
          <a:p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Editing and pacing for story clarity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715000" y="43891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audience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715000" y="47548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Students, young adults and working people living away from home, plus parents and families who send items to loved ones.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94360" y="6528816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SM6P07NI Digital Media Project  •  Dash Logistics TVC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018520" y="64556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Development Process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2648" y="95097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concept planning to final export.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143000" cy="0"/>
          </a:xfrm>
          <a:prstGeom prst="line">
            <a:avLst/>
          </a:prstGeom>
          <a:noFill/>
          <a:ln w="38100">
            <a:solidFill>
              <a:srgbClr val="E31B23"/>
            </a:solidFill>
            <a:prstDash val="solid"/>
          </a:ln>
        </p:spPr>
      </p:sp>
      <p:pic>
        <p:nvPicPr>
          <p:cNvPr id="5" name="Image 0" descr="/mnt/data/ppt_assets/gant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5112" y="1417320"/>
            <a:ext cx="3284895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69164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132320" y="17282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&amp; concept planning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46520" y="251460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132320" y="25511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 and storyboard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46520" y="333756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132320" y="33741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shoot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46520" y="416052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132320" y="41970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DaVinci post-production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46520" y="498348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132320" y="50200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Testing, feedback and export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46520" y="580644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Gantt chart helped organise the work into pre-production, production and post-production so tasks could be followed step by step.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4360" y="6528816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SM6P07NI Digital Media Project  •  Dash Logistics TVC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018520" y="64556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Pre-Production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2648" y="95097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made the no-dialogue story easier to shoot clearly.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143000" cy="0"/>
          </a:xfrm>
          <a:prstGeom prst="line">
            <a:avLst/>
          </a:prstGeom>
          <a:noFill/>
          <a:ln w="38100">
            <a:solidFill>
              <a:srgbClr val="E31B23"/>
            </a:solidFill>
            <a:prstDash val="solid"/>
          </a:ln>
        </p:spPr>
      </p:sp>
      <p:pic>
        <p:nvPicPr>
          <p:cNvPr id="5" name="Image 0" descr="/mnt/data/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3474720" cy="4434840"/>
          </a:xfrm>
          <a:prstGeom prst="rect">
            <a:avLst/>
          </a:prstGeom>
        </p:spPr>
      </p:pic>
      <p:pic>
        <p:nvPicPr>
          <p:cNvPr id="6" name="Image 1" descr="/mnt/data/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1417320"/>
            <a:ext cx="3474720" cy="4434840"/>
          </a:xfrm>
          <a:prstGeom prst="rect">
            <a:avLst/>
          </a:prstGeom>
        </p:spPr>
      </p:pic>
      <p:pic>
        <p:nvPicPr>
          <p:cNvPr id="7" name="Image 2" descr="/mnt/data/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1584" y="1417320"/>
            <a:ext cx="3291840" cy="44348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743200" y="59893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 + storyboard were used as the main shooting guide.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594360" y="6528816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SM6P07NI Digital Media Project  •  Dash Logistics TVC</a:t>
            </a:r>
            <a:endParaRPr lang="en-US" sz="750" dirty="0"/>
          </a:p>
        </p:txBody>
      </p:sp>
      <p:sp>
        <p:nvSpPr>
          <p:cNvPr id="10" name="Text 5"/>
          <p:cNvSpPr/>
          <p:nvPr/>
        </p:nvSpPr>
        <p:spPr>
          <a:xfrm>
            <a:off x="11018520" y="64556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Production Process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2648" y="95097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Filmed using practical locations and available resources.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143000" cy="0"/>
          </a:xfrm>
          <a:prstGeom prst="line">
            <a:avLst/>
          </a:prstGeom>
          <a:noFill/>
          <a:ln w="38100">
            <a:solidFill>
              <a:srgbClr val="E31B23"/>
            </a:solidFill>
            <a:prstDash val="solid"/>
          </a:ln>
        </p:spPr>
      </p:sp>
      <p:pic>
        <p:nvPicPr>
          <p:cNvPr id="5" name="Image 0" descr="/mnt/data/ppt_assets/moth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3520440" cy="1965960"/>
          </a:xfrm>
          <a:prstGeom prst="rect">
            <a:avLst/>
          </a:prstGeom>
        </p:spPr>
      </p:pic>
      <p:pic>
        <p:nvPicPr>
          <p:cNvPr id="6" name="Image 1" descr="/mnt/data/ppt_assets/handoverMoth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325880"/>
            <a:ext cx="3520440" cy="1965960"/>
          </a:xfrm>
          <a:prstGeom prst="rect">
            <a:avLst/>
          </a:prstGeom>
        </p:spPr>
      </p:pic>
      <p:pic>
        <p:nvPicPr>
          <p:cNvPr id="7" name="Image 2" descr="/mnt/data/ppt_assets/riderAlley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1325880"/>
            <a:ext cx="3520440" cy="1965960"/>
          </a:xfrm>
          <a:prstGeom prst="rect">
            <a:avLst/>
          </a:prstGeom>
        </p:spPr>
      </p:pic>
      <p:pic>
        <p:nvPicPr>
          <p:cNvPr id="8" name="Image 3" descr="/mnt/data/ppt_assets/riderRoad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611880"/>
            <a:ext cx="3520440" cy="1965960"/>
          </a:xfrm>
          <a:prstGeom prst="rect">
            <a:avLst/>
          </a:prstGeom>
        </p:spPr>
      </p:pic>
      <p:pic>
        <p:nvPicPr>
          <p:cNvPr id="9" name="Image 4" descr="/mnt/data/ppt_assets/delivery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3611880"/>
            <a:ext cx="3520440" cy="1965960"/>
          </a:xfrm>
          <a:prstGeom prst="rect">
            <a:avLst/>
          </a:prstGeom>
        </p:spPr>
      </p:pic>
      <p:pic>
        <p:nvPicPr>
          <p:cNvPr id="10" name="Image 5" descr="/mnt/data/ppt_assets/not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0" y="3611880"/>
            <a:ext cx="3520440" cy="1965960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1143000" y="58978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shoot flow: mother packs → rider collects → scooter delivery → son receives → son reads note.</a:t>
            </a:r>
            <a:endParaRPr lang="en-US" sz="1200" dirty="0"/>
          </a:p>
        </p:txBody>
      </p:sp>
      <p:sp>
        <p:nvSpPr>
          <p:cNvPr id="12" name="Text 4"/>
          <p:cNvSpPr/>
          <p:nvPr/>
        </p:nvSpPr>
        <p:spPr>
          <a:xfrm>
            <a:off x="594360" y="6528816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SM6P07NI Digital Media Project  •  Dash Logistics TVC</a:t>
            </a:r>
            <a:endParaRPr lang="en-US" sz="750" dirty="0"/>
          </a:p>
        </p:txBody>
      </p:sp>
      <p:sp>
        <p:nvSpPr>
          <p:cNvPr id="13" name="Text 5"/>
          <p:cNvSpPr/>
          <p:nvPr/>
        </p:nvSpPr>
        <p:spPr>
          <a:xfrm>
            <a:off x="11018520" y="64556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Production Resources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2648" y="95097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and people used to complete the TVC.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143000" cy="0"/>
          </a:xfrm>
          <a:prstGeom prst="line">
            <a:avLst/>
          </a:prstGeom>
          <a:noFill/>
          <a:ln w="38100">
            <a:solidFill>
              <a:srgbClr val="E31B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00200"/>
            <a:ext cx="49834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64792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" y="2075688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Sony A7 IV with Sigma 20–70mm lens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496312"/>
            <a:ext cx="4526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49834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764792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Stability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37960" y="2075688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K&amp;F Concept tripod and DJI RS4 gimbal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2496312"/>
            <a:ext cx="4526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2834640"/>
            <a:ext cx="49834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999232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05840" y="3310128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 light, RGB bar light and panel light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3730752"/>
            <a:ext cx="4526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09360" y="2834640"/>
            <a:ext cx="49834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2999232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Scene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37960" y="3310128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Friend’s scooter as Dash vehicle; another scooter for moving shots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7960" y="3730752"/>
            <a:ext cx="4526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4069080"/>
            <a:ext cx="49834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233672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05840" y="4544568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iPad A16 used to check frame and focus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5840" y="4965192"/>
            <a:ext cx="4526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09360" y="4069080"/>
            <a:ext cx="49834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4233672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537960" y="4544568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DaVinci Resolve for edit, sound, colour and export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537960" y="4965192"/>
            <a:ext cx="4526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94360" y="6528816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SM6P07NI Digital Media Project  •  Dash Logistics TVC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018520" y="64556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Demonstration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2648" y="95097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frames from the final TVC sequence.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143000" cy="0"/>
          </a:xfrm>
          <a:prstGeom prst="line">
            <a:avLst/>
          </a:prstGeom>
          <a:noFill/>
          <a:ln w="38100">
            <a:solidFill>
              <a:srgbClr val="E31B23"/>
            </a:solidFill>
            <a:prstDash val="solid"/>
          </a:ln>
        </p:spPr>
      </p:sp>
      <p:pic>
        <p:nvPicPr>
          <p:cNvPr id="5" name="Image 0" descr="/mnt/data/ppt_assets/box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17320"/>
            <a:ext cx="3520440" cy="1874520"/>
          </a:xfrm>
          <a:prstGeom prst="rect">
            <a:avLst/>
          </a:prstGeom>
        </p:spPr>
      </p:pic>
      <p:pic>
        <p:nvPicPr>
          <p:cNvPr id="6" name="Image 1" descr="/mnt/data/ppt_assets/handoverMoth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417320"/>
            <a:ext cx="3520440" cy="1874520"/>
          </a:xfrm>
          <a:prstGeom prst="rect">
            <a:avLst/>
          </a:prstGeom>
        </p:spPr>
      </p:pic>
      <p:pic>
        <p:nvPicPr>
          <p:cNvPr id="7" name="Image 2" descr="/mnt/data/ppt_assets/riderAlley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1417320"/>
            <a:ext cx="3520440" cy="1874520"/>
          </a:xfrm>
          <a:prstGeom prst="rect">
            <a:avLst/>
          </a:prstGeom>
        </p:spPr>
      </p:pic>
      <p:pic>
        <p:nvPicPr>
          <p:cNvPr id="8" name="Image 3" descr="/mnt/data/ppt_assets/riderRoad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566160"/>
            <a:ext cx="3520440" cy="1874520"/>
          </a:xfrm>
          <a:prstGeom prst="rect">
            <a:avLst/>
          </a:prstGeom>
        </p:spPr>
      </p:pic>
      <p:pic>
        <p:nvPicPr>
          <p:cNvPr id="9" name="Image 4" descr="/mnt/data/ppt_assets/delivery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840" y="3566160"/>
            <a:ext cx="3520440" cy="1874520"/>
          </a:xfrm>
          <a:prstGeom prst="rect">
            <a:avLst/>
          </a:prstGeom>
        </p:spPr>
      </p:pic>
      <p:pic>
        <p:nvPicPr>
          <p:cNvPr id="10" name="Image 5" descr="/mnt/data/ppt_assets/not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5320" y="3566160"/>
            <a:ext cx="3520440" cy="1874520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1828800" y="5989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frames show the complete journey: package preparation, rider handover, delivery and emotional note reveal.</a:t>
            </a:r>
            <a:endParaRPr lang="en-US" sz="1200" dirty="0"/>
          </a:p>
        </p:txBody>
      </p:sp>
      <p:sp>
        <p:nvSpPr>
          <p:cNvPr id="12" name="Text 4"/>
          <p:cNvSpPr/>
          <p:nvPr/>
        </p:nvSpPr>
        <p:spPr>
          <a:xfrm>
            <a:off x="594360" y="6528816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SM6P07NI Digital Media Project  •  Dash Logistics TVC</a:t>
            </a:r>
            <a:endParaRPr lang="en-US" sz="750" dirty="0"/>
          </a:p>
        </p:txBody>
      </p:sp>
      <p:sp>
        <p:nvSpPr>
          <p:cNvPr id="13" name="Text 5"/>
          <p:cNvSpPr/>
          <p:nvPr/>
        </p:nvSpPr>
        <p:spPr>
          <a:xfrm>
            <a:off x="11018520" y="64556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Post-Production in DaVinci Resolve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2648" y="95097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Editing, sound, colour grading and export were completed in one workflow.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143000" cy="0"/>
          </a:xfrm>
          <a:prstGeom prst="line">
            <a:avLst/>
          </a:prstGeom>
          <a:noFill/>
          <a:ln w="38100">
            <a:solidFill>
              <a:srgbClr val="E31B23"/>
            </a:solidFill>
            <a:prstDash val="solid"/>
          </a:ln>
        </p:spPr>
      </p:sp>
      <p:pic>
        <p:nvPicPr>
          <p:cNvPr id="5" name="Image 0" descr="/mnt/data/ppt_assets/davinci_edi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17320"/>
            <a:ext cx="5212080" cy="2331720"/>
          </a:xfrm>
          <a:prstGeom prst="rect">
            <a:avLst/>
          </a:prstGeom>
        </p:spPr>
      </p:pic>
      <p:pic>
        <p:nvPicPr>
          <p:cNvPr id="6" name="Image 1" descr="/mnt/data/ppt_assets/davinci_grad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977640"/>
            <a:ext cx="521208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92240" y="1600200"/>
            <a:ext cx="480060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6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Footage imported and organised by scene</a:t>
            </a:r>
            <a:endParaRPr lang="en-US" sz="1600" dirty="0"/>
          </a:p>
          <a:p>
            <a:r>
              <a:rPr lang="en-US" sz="16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Clips arranged according to the storyboard</a:t>
            </a:r>
            <a:endParaRPr lang="en-US" sz="1600" dirty="0"/>
          </a:p>
          <a:p>
            <a:r>
              <a:rPr lang="en-US" sz="16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Music and natural sounds balanced because there is no dialogue</a:t>
            </a:r>
            <a:endParaRPr lang="en-US" sz="1600" dirty="0"/>
          </a:p>
          <a:p>
            <a:r>
              <a:rPr lang="en-US" sz="16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Colour correction and grading used to keep Dash red strong</a:t>
            </a:r>
            <a:endParaRPr lang="en-US" sz="1600" dirty="0"/>
          </a:p>
          <a:p>
            <a:r>
              <a:rPr lang="en-US" sz="16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export prepared for presentation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492240" y="5074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export: H.265 / QuickTime • 3840 × 2160 • 24 fps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94360" y="6528816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SM6P07NI Digital Media Project  •  Dash Logistics TVC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11018520" y="64556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 Testing &amp; Findings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2648" y="95097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checked story clarity, emotion, brand visibility and technical quality.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143000" cy="0"/>
          </a:xfrm>
          <a:prstGeom prst="line">
            <a:avLst/>
          </a:prstGeom>
          <a:noFill/>
          <a:ln w="38100">
            <a:solidFill>
              <a:srgbClr val="E31B23"/>
            </a:solidFill>
            <a:prstDash val="solid"/>
          </a:ln>
        </p:spPr>
      </p:sp>
      <p:pic>
        <p:nvPicPr>
          <p:cNvPr id="5" name="Image 0" descr="/mnt/data/pdf_renders/page-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2316480" cy="2286000"/>
          </a:xfrm>
          <a:prstGeom prst="rect">
            <a:avLst/>
          </a:prstGeom>
        </p:spPr>
      </p:pic>
      <p:pic>
        <p:nvPicPr>
          <p:cNvPr id="6" name="Image 1" descr="/mnt/data/pdf_renders/page-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325880"/>
            <a:ext cx="2621280" cy="2286000"/>
          </a:xfrm>
          <a:prstGeom prst="rect">
            <a:avLst/>
          </a:prstGeom>
        </p:spPr>
      </p:pic>
      <p:pic>
        <p:nvPicPr>
          <p:cNvPr id="7" name="Image 2" descr="/mnt/data/pdf_renders/page-3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5760" y="1325880"/>
            <a:ext cx="2311400" cy="22860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14400" y="4206240"/>
            <a:ext cx="102870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Tested on phone, laptop and iPad to check viewing experience</a:t>
            </a:r>
            <a:endParaRPr lang="en-US" sz="1500" dirty="0"/>
          </a:p>
          <a:p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Form used for audience feedback</a:t>
            </a:r>
            <a:endParaRPr lang="en-US" sz="1500" dirty="0"/>
          </a:p>
          <a:p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 focused on story clarity, no-dialogue understanding, music, colour and Dash branding</a:t>
            </a:r>
            <a:endParaRPr lang="en-US" sz="1500" dirty="0"/>
          </a:p>
          <a:p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helped judge whether the final message was memorable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594360" y="6528816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SM6P07NI Digital Media Project  •  Dash Logistics TVC</a:t>
            </a:r>
            <a:endParaRPr lang="en-US" sz="750" dirty="0"/>
          </a:p>
        </p:txBody>
      </p:sp>
      <p:sp>
        <p:nvSpPr>
          <p:cNvPr id="10" name="Text 5"/>
          <p:cNvSpPr/>
          <p:nvPr/>
        </p:nvSpPr>
        <p:spPr>
          <a:xfrm>
            <a:off x="11018520" y="64556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Reflection &amp; Critical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2648" y="95097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worked, what changed and what I learned.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143000" cy="0"/>
          </a:xfrm>
          <a:prstGeom prst="line">
            <a:avLst/>
          </a:prstGeom>
          <a:noFill/>
          <a:ln w="38100">
            <a:solidFill>
              <a:srgbClr val="E31B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33832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647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well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20756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Emotional no-dialogue story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496312"/>
            <a:ext cx="2926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mother-son package idea was clear, simple and relatable.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07408" y="1600200"/>
            <a:ext cx="33832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17647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36008" y="20756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production limits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36008" y="2496312"/>
            <a:ext cx="2926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Locations, scooters and moving shots had to be managed with available resources.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29016" y="1600200"/>
            <a:ext cx="33832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57616" y="17647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357616" y="20756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controlled sound &amp; timing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57616" y="2496312"/>
            <a:ext cx="2926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emotional shot and sound levels can be refined further if more time is available.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514600" y="3840480"/>
            <a:ext cx="71780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4005072"/>
            <a:ext cx="6720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0" y="4315968"/>
            <a:ext cx="6720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TVC workflow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743200" y="4736592"/>
            <a:ext cx="6720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learned how to move from idea to research, script, storyboard, production, editing, testing and final export.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" y="6528816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SM6P07NI Digital Media Project  •  Dash Logistics TVC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018520" y="64556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5156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04672" y="18288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" y="4407408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Distance doesn’t break bonds.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 delivers what matters.</a:t>
            </a:r>
            <a:endParaRPr lang="en-US" sz="2500" dirty="0"/>
          </a:p>
        </p:txBody>
      </p:sp>
      <p:pic>
        <p:nvPicPr>
          <p:cNvPr id="5" name="Image 0" descr="/mnt/data/ppt_assets/riderRoa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2240" y="0"/>
            <a:ext cx="6969455" cy="6858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222240" y="0"/>
            <a:ext cx="697961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" y="6035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Binay Bhattarai  •  23048277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" y="6528816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SM6P07NI Digital Media Project  •  Dash Logistics TVC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1018520" y="64556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933</Words>
  <Application>Microsoft Macintosh PowerPoint</Application>
  <PresentationFormat>Widescreen</PresentationFormat>
  <Paragraphs>172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Distance Doesn't Matter - Dash Logistics TVC</dc:title>
  <dc:subject>SM6P07NI Digital Media Project Individual Presentation</dc:subject>
  <dc:creator>Binay Bhattarai</dc:creator>
  <cp:lastModifiedBy>info.sagegraphics@gmail.com</cp:lastModifiedBy>
  <cp:revision>2</cp:revision>
  <dcterms:created xsi:type="dcterms:W3CDTF">2026-05-20T08:40:54Z</dcterms:created>
  <dcterms:modified xsi:type="dcterms:W3CDTF">2026-05-20T08:47:30Z</dcterms:modified>
</cp:coreProperties>
</file>