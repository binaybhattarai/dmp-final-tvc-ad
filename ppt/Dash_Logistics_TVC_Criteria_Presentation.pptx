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76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image" Target="../media/image1.jpg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4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image" Target="../media/image12.jpg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4.jpg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moth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12280" y="0"/>
            <a:ext cx="5379415" cy="6858000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60920" y="914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60920" y="141732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Distance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Doesn’t Matter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88352" y="29443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 Logistics TVC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88352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Presentation • 10 Minutes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88352" y="5440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Binay Bhattarai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London Met ID: 23048277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around the coursework criteria: introduction, development process, demonstration and reflection.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64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075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Introduction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963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is, why it was made and the final message.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764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2075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Process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4963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Research, concept planning, script, storyboard, production and post-production.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764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0" y="2075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Demonstration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24963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scenes and final TVC frames showing the emotional delivery journey.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7947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59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42702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 &amp; Critical Analysis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469087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worked, what changed, challenges, learning and improvement areas.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37947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959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17720" y="42702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 Preparation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17720" y="469087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answers around process, tools, choices and feedback.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92440" y="379476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3959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42702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 Plan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21040" y="469087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visual slides with key talking points for a clear presentation.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no-dialogue emotional TVC for Dash Logistics.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delive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822960"/>
            <a:ext cx="5074920" cy="5166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497787"/>
            <a:ext cx="1417320" cy="422453"/>
          </a:xfrm>
          <a:prstGeom prst="roundRect">
            <a:avLst>
              <a:gd name="adj" fmla="val 19048"/>
            </a:avLst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" y="1604772"/>
            <a:ext cx="119786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DIALOGUE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85800" y="221284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TVC tells the story of a mother sending clothes, food and a handwritten note to her son who is living away from home.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85800" y="39136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427939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 delivers more than parcels — it delivers care, emotion and connection.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5559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Tagline: “Distance doesn’t break bonds. Dash delivers what matters.”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&amp; Story Arc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emotional flow from home to delivery to connection.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Mother packs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is shown through clothes, food and note.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68880" y="1892808"/>
            <a:ext cx="32004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971800" y="17830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7180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 collects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971800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package leaves home through the rider.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892808"/>
            <a:ext cx="32004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212080" y="17830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Rider travels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212080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Scooter journey shows Dash in action.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49440" y="1892808"/>
            <a:ext cx="32004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452360" y="17830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5236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receives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452360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 is reduced through the delivery.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89720" y="1892808"/>
            <a:ext cx="320040" cy="0"/>
          </a:xfrm>
          <a:prstGeom prst="line">
            <a:avLst/>
          </a:prstGeom>
          <a:noFill/>
          <a:ln w="25400">
            <a:solidFill>
              <a:srgbClr val="E31B23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692640" y="17830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9264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 lands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692640" y="2880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emotional message completes the story.</a:t>
            </a:r>
            <a:endParaRPr lang="en-US" sz="1150" dirty="0"/>
          </a:p>
        </p:txBody>
      </p:sp>
      <p:pic>
        <p:nvPicPr>
          <p:cNvPr id="24" name="Image 0" descr="/mnt/data/ppt_assets/no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709160"/>
            <a:ext cx="2440432" cy="1417320"/>
          </a:xfrm>
          <a:prstGeom prst="rect">
            <a:avLst/>
          </a:prstGeom>
        </p:spPr>
      </p:pic>
      <p:pic>
        <p:nvPicPr>
          <p:cNvPr id="25" name="Image 1" descr="/mnt/data/ppt_assets/riderAlle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4709160"/>
            <a:ext cx="2440432" cy="1417320"/>
          </a:xfrm>
          <a:prstGeom prst="rect">
            <a:avLst/>
          </a:prstGeom>
        </p:spPr>
      </p:pic>
      <p:pic>
        <p:nvPicPr>
          <p:cNvPr id="26" name="Image 2" descr="/mnt/data/ppt_assets/deliver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4709160"/>
            <a:ext cx="2440432" cy="1417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&amp; Target Audience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focused on how to make a short delivery ad emotionally clear.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a_high_resolution_photo_of_a_hand_drawn_stor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457200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focus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15000" y="1965960"/>
            <a:ext cx="52578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Emotional storytelling in advertising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movement and shot planning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Lighting, colour tone and visual mood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 design for a no-dialogue video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Editing and pacing for story clarity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15000" y="4389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audience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15000" y="47548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Students, young adults and working people living away from home, plus parents and families who send items to loved ones.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Development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concept planning to final export.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gant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112" y="1417320"/>
            <a:ext cx="3284895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16916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32320" y="1728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&amp; concept planning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46520" y="251460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2320" y="25511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and storyboard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46520" y="333756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132320" y="33741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shoot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46520" y="41605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132320" y="41970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DaVinci post-production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46520" y="49834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32320" y="5020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Testing, feedback and export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46520" y="580644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Gantt chart helped organise the work into pre-production, production and post-production so tasks could be followed step by step.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Pre-Production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made the no-dialogue story easier to shoot clearly.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474720" cy="4434840"/>
          </a:xfrm>
          <a:prstGeom prst="rect">
            <a:avLst/>
          </a:prstGeom>
        </p:spPr>
      </p:pic>
      <p:pic>
        <p:nvPicPr>
          <p:cNvPr id="6" name="Image 1" descr="/mnt/data/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417320"/>
            <a:ext cx="3474720" cy="4434840"/>
          </a:xfrm>
          <a:prstGeom prst="rect">
            <a:avLst/>
          </a:prstGeom>
        </p:spPr>
      </p:pic>
      <p:pic>
        <p:nvPicPr>
          <p:cNvPr id="7" name="Image 2" descr="/mnt/data/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1417320"/>
            <a:ext cx="3291840" cy="44348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743200" y="59893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+ storyboard were used as the main shooting guide.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Filmed using practical locations and available resources.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moth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520440" cy="1965960"/>
          </a:xfrm>
          <a:prstGeom prst="rect">
            <a:avLst/>
          </a:prstGeom>
        </p:spPr>
      </p:pic>
      <p:pic>
        <p:nvPicPr>
          <p:cNvPr id="6" name="Image 1" descr="/mnt/data/ppt_assets/handoverMoth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325880"/>
            <a:ext cx="3520440" cy="1965960"/>
          </a:xfrm>
          <a:prstGeom prst="rect">
            <a:avLst/>
          </a:prstGeom>
        </p:spPr>
      </p:pic>
      <p:pic>
        <p:nvPicPr>
          <p:cNvPr id="7" name="Image 2" descr="/mnt/data/ppt_assets/riderAlle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325880"/>
            <a:ext cx="3520440" cy="1965960"/>
          </a:xfrm>
          <a:prstGeom prst="rect">
            <a:avLst/>
          </a:prstGeom>
        </p:spPr>
      </p:pic>
      <p:pic>
        <p:nvPicPr>
          <p:cNvPr id="8" name="Image 3" descr="/mnt/data/ppt_assets/riderRoa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11880"/>
            <a:ext cx="3520440" cy="1965960"/>
          </a:xfrm>
          <a:prstGeom prst="rect">
            <a:avLst/>
          </a:prstGeom>
        </p:spPr>
      </p:pic>
      <p:pic>
        <p:nvPicPr>
          <p:cNvPr id="9" name="Image 4" descr="/mnt/data/ppt_assets/delivery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611880"/>
            <a:ext cx="3520440" cy="1965960"/>
          </a:xfrm>
          <a:prstGeom prst="rect">
            <a:avLst/>
          </a:prstGeom>
        </p:spPr>
      </p:pic>
      <p:pic>
        <p:nvPicPr>
          <p:cNvPr id="10" name="Image 5" descr="/mnt/data/ppt_assets/not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3611880"/>
            <a:ext cx="3520440" cy="196596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143000" y="58978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shoot flow: mother packs → rider collects → scooter delivery → son receives → son reads note.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3" name="Text 5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Resources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and people used to complete the TVC.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6479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207568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Sony A7 IV with Sigma 20–70mm lens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496312"/>
            <a:ext cx="4526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76479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37960" y="207568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K&amp;F Concept tripod and DJI RS4 gimbal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496312"/>
            <a:ext cx="4526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283464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99923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331012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light, RGB bar light and panel light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730752"/>
            <a:ext cx="4526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283464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99923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Scene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37960" y="331012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Friend’s scooter as Dash vehicle; another scooter for moving shots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3730752"/>
            <a:ext cx="4526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406908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23367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454456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iPad A16 used to check frame and focus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4965192"/>
            <a:ext cx="4526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4069080"/>
            <a:ext cx="49834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23367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37960" y="454456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DaVinci Resolve for edit, sound, colour and export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37960" y="4965192"/>
            <a:ext cx="4526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Demonstration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frames from the final TVC sequence.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bo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3520440" cy="1874520"/>
          </a:xfrm>
          <a:prstGeom prst="rect">
            <a:avLst/>
          </a:prstGeom>
        </p:spPr>
      </p:pic>
      <p:pic>
        <p:nvPicPr>
          <p:cNvPr id="6" name="Image 1" descr="/mnt/data/ppt_assets/handoverMoth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417320"/>
            <a:ext cx="3520440" cy="1874520"/>
          </a:xfrm>
          <a:prstGeom prst="rect">
            <a:avLst/>
          </a:prstGeom>
        </p:spPr>
      </p:pic>
      <p:pic>
        <p:nvPicPr>
          <p:cNvPr id="7" name="Image 2" descr="/mnt/data/ppt_assets/riderAlle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417320"/>
            <a:ext cx="3520440" cy="1874520"/>
          </a:xfrm>
          <a:prstGeom prst="rect">
            <a:avLst/>
          </a:prstGeom>
        </p:spPr>
      </p:pic>
      <p:pic>
        <p:nvPicPr>
          <p:cNvPr id="8" name="Image 3" descr="/mnt/data/ppt_assets/riderRoa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566160"/>
            <a:ext cx="3520440" cy="1874520"/>
          </a:xfrm>
          <a:prstGeom prst="rect">
            <a:avLst/>
          </a:prstGeom>
        </p:spPr>
      </p:pic>
      <p:pic>
        <p:nvPicPr>
          <p:cNvPr id="9" name="Image 4" descr="/mnt/data/ppt_assets/delivery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3566160"/>
            <a:ext cx="3520440" cy="1874520"/>
          </a:xfrm>
          <a:prstGeom prst="rect">
            <a:avLst/>
          </a:prstGeom>
        </p:spPr>
      </p:pic>
      <p:pic>
        <p:nvPicPr>
          <p:cNvPr id="10" name="Image 5" descr="/mnt/data/ppt_assets/not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3566160"/>
            <a:ext cx="3520440" cy="187452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828800" y="5989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frames show the complete journey: package preparation, rider handover, delivery and emotional note reveal.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3" name="Text 5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Post-Production in DaVinci Resolve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Editing, sound, colour grading and export were completed in one workflow.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pt_assets/davinci_ed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5212080" cy="2331720"/>
          </a:xfrm>
          <a:prstGeom prst="rect">
            <a:avLst/>
          </a:prstGeom>
        </p:spPr>
      </p:pic>
      <p:pic>
        <p:nvPicPr>
          <p:cNvPr id="6" name="Image 1" descr="/mnt/data/ppt_assets/davinci_gra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77640"/>
            <a:ext cx="521208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2240" y="1600200"/>
            <a:ext cx="480060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Footage imported and organised by scene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Clips arranged according to the storyboard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Music and natural sounds balanced because there is no dialogue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 correction and grading used to keep Dash red strong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export prepared for presentation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92240" y="5074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export: H.265 / QuickTime • 3840 × 2160 • 24 fps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Testing &amp;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checked story clarity, emotion, brand visibility and technical quality.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pic>
        <p:nvPicPr>
          <p:cNvPr id="5" name="Image 0" descr="/mnt/data/pdf_renders/page-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2316480" cy="2286000"/>
          </a:xfrm>
          <a:prstGeom prst="rect">
            <a:avLst/>
          </a:prstGeom>
        </p:spPr>
      </p:pic>
      <p:pic>
        <p:nvPicPr>
          <p:cNvPr id="6" name="Image 1" descr="/mnt/data/pdf_renders/page-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325880"/>
            <a:ext cx="2621280" cy="2286000"/>
          </a:xfrm>
          <a:prstGeom prst="rect">
            <a:avLst/>
          </a:prstGeom>
        </p:spPr>
      </p:pic>
      <p:pic>
        <p:nvPicPr>
          <p:cNvPr id="7" name="Image 2" descr="/mnt/data/pdf_renders/page-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5760" y="1325880"/>
            <a:ext cx="2311400" cy="2286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420624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on phone, laptop and iPad to check viewing experience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Form used for audience feedback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focused on story clarity, no-dialogue understanding, music, colour and Dash branding</a:t>
            </a:r>
            <a:endParaRPr lang="en-US" sz="1500" dirty="0"/>
          </a:p>
          <a:p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helped judge whether the final message was memorable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Reflection &amp; Critical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50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worked, what changed and what I learned.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43000" cy="0"/>
          </a:xfrm>
          <a:prstGeom prst="line">
            <a:avLst/>
          </a:prstGeom>
          <a:noFill/>
          <a:ln w="38100">
            <a:solidFill>
              <a:srgbClr val="E31B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64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well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075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Emotional no-dialogue story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96312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mother-son package idea was clear, simple and relatable.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7408" y="160020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764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36008" y="2075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production limits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36008" y="2496312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Locations, scooters and moving shots had to be managed with available resources.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9016" y="160020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1764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57616" y="2075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controlled sound &amp; timing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57616" y="2496312"/>
            <a:ext cx="2926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emotional shot and sound levels can be refined further if more time is available.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14600" y="3840480"/>
            <a:ext cx="7178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4005072"/>
            <a:ext cx="6720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4315968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TVC workflow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43200" y="4736592"/>
            <a:ext cx="6720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learned how to move from idea to research, script, storyboard, production, editing, testing and final export.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515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04672" y="1828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31B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" y="440740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 doesn’t break bonds.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 delivers what matters.</a:t>
            </a:r>
            <a:endParaRPr lang="en-US" sz="2500" dirty="0"/>
          </a:p>
        </p:txBody>
      </p:sp>
      <p:pic>
        <p:nvPicPr>
          <p:cNvPr id="5" name="Image 0" descr="/mnt/data/ppt_assets/riderRo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240" y="0"/>
            <a:ext cx="696945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22240" y="0"/>
            <a:ext cx="697961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6035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Binay Bhattarai  •  23048277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6528816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SM6P07NI Digital Media Project  •  Dash Logistics TVC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01852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933</Words>
  <Application>Microsoft Macintosh PowerPoint</Application>
  <PresentationFormat>Widescreen</PresentationFormat>
  <Paragraphs>172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Distance Doesn't Matter - Dash Logistics TVC</dc:title>
  <dc:subject>SM6P07NI Digital Media Project Individual Presentation</dc:subject>
  <dc:creator>Binay Bhattarai</dc:creator>
  <cp:lastModifiedBy>info.sagegraphics@gmail.com</cp:lastModifiedBy>
  <cp:revision>2</cp:revision>
  <dcterms:created xsi:type="dcterms:W3CDTF">2026-05-20T08:40:54Z</dcterms:created>
  <dcterms:modified xsi:type="dcterms:W3CDTF">2026-05-20T08:46:20Z</dcterms:modified>
</cp:coreProperties>
</file>