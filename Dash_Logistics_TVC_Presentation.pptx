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7673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1.jpg"/><Relationship Id="rId7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assets/moth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122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12280" y="0"/>
            <a:ext cx="5379415" cy="6858000"/>
          </a:xfrm>
          <a:prstGeom prst="rect">
            <a:avLst/>
          </a:prstGeom>
          <a:solidFill>
            <a:srgbClr val="F7F4EF"/>
          </a:solidFill>
          <a:ln w="12700">
            <a:solidFill>
              <a:srgbClr val="F7F4E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60920" y="10058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31B23"/>
                </a:solidFill>
              </a:rPr>
              <a:t>SM6P07NI DIGITAL MEDIA PROJECT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360920" y="1481328"/>
            <a:ext cx="4114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C0C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Distance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0C0C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Doesn’t Matter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388352" y="30540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 Logistics TVC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88352" y="5623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Binay Bhattarai  •  23048277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54710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</a:rPr>
              <a:t>Dash Logistics TVC  |  Distance Doesn’t Matter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01852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0C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6262"/>
                </a:solidFill>
              </a:rPr>
              <a:t>A short emotional TVC showing Dash as a bridge between people, not just parcels.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09728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pic>
        <p:nvPicPr>
          <p:cNvPr id="5" name="Image 0" descr="/mnt/data/ppt_assets/deliver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640080"/>
            <a:ext cx="5029200" cy="4800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" y="169164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801368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NO DIALOGUE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21792" y="2331720"/>
            <a:ext cx="5257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TVC tells a simple story of a mother sending clothes, food, and a handwritten note to her son living away from home.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621792" y="4096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message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1792" y="4434840"/>
            <a:ext cx="5212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“Distance doesn’t break bonds.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 delivers what matters.”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48640" y="654710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</a:rPr>
              <a:t>Dash Logistics TVC  |  Distance Doesn’t Matter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01852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0C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Narrative Arc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6262"/>
                </a:solidFill>
              </a:rPr>
              <a:t>A simple beginning–middle–ending structure designed for emotional clarity.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09728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21284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Mother packs care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Clothes, food and note become emotional objects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2468880" y="1874520"/>
            <a:ext cx="320040" cy="0"/>
          </a:xfrm>
          <a:prstGeom prst="line">
            <a:avLst/>
          </a:prstGeom>
          <a:noFill/>
          <a:ln w="25400">
            <a:solidFill>
              <a:srgbClr val="E31B23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953512" y="17373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53512" y="221284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 receives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953512" y="297180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 leaves home through Dash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4736592" y="1874520"/>
            <a:ext cx="320040" cy="0"/>
          </a:xfrm>
          <a:prstGeom prst="line">
            <a:avLst/>
          </a:prstGeom>
          <a:noFill/>
          <a:ln w="25400">
            <a:solidFill>
              <a:srgbClr val="E31B23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221224" y="17373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21224" y="221284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journey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21224" y="297180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Scooter sequence makes the brand role visible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7004304" y="1874520"/>
            <a:ext cx="320040" cy="0"/>
          </a:xfrm>
          <a:prstGeom prst="line">
            <a:avLst/>
          </a:prstGeom>
          <a:noFill/>
          <a:ln w="25400">
            <a:solidFill>
              <a:srgbClr val="E31B23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488936" y="17373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88936" y="221284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 receives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88936" y="297180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package reaches him away from home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9272016" y="1874520"/>
            <a:ext cx="320040" cy="0"/>
          </a:xfrm>
          <a:prstGeom prst="line">
            <a:avLst/>
          </a:prstGeom>
          <a:noFill/>
          <a:ln w="25400">
            <a:solidFill>
              <a:srgbClr val="E31B23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9756648" y="17373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756648" y="221284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Emotion lands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756648" y="297180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note turns delivery into connection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548640" y="654710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</a:rPr>
              <a:t>Dash Logistics TVC  |  Distance Doesn’t Matter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01852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0C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Direction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6262"/>
                </a:solidFill>
              </a:rPr>
              <a:t>Research supported how the story is planned, filmed and edited without dialogue.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09728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pic>
        <p:nvPicPr>
          <p:cNvPr id="5" name="Image 0" descr="/mnt/data/a_high_resolution_photo_of_a_hand_drawn_story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475488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0" y="1673352"/>
            <a:ext cx="502920" cy="0"/>
          </a:xfrm>
          <a:prstGeom prst="line">
            <a:avLst/>
          </a:prstGeom>
          <a:noFill/>
          <a:ln w="25400">
            <a:solidFill>
              <a:srgbClr val="E31B2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46520" y="160020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Emotional storytelling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46520" y="1892808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Objects and reactions carry the meaning.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852160" y="2368296"/>
            <a:ext cx="502920" cy="0"/>
          </a:xfrm>
          <a:prstGeom prst="line">
            <a:avLst/>
          </a:prstGeom>
          <a:noFill/>
          <a:ln w="25400">
            <a:solidFill>
              <a:srgbClr val="E31B2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6520" y="2295144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 movement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46520" y="2587752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shots for emotion; moving shots for delivery.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852160" y="3063240"/>
            <a:ext cx="502920" cy="0"/>
          </a:xfrm>
          <a:prstGeom prst="line">
            <a:avLst/>
          </a:prstGeom>
          <a:noFill/>
          <a:ln w="25400">
            <a:solidFill>
              <a:srgbClr val="E31B2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299008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Lighting &amp; colour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46520" y="3282696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 home feeling contrasted with distance.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852160" y="3758184"/>
            <a:ext cx="502920" cy="0"/>
          </a:xfrm>
          <a:prstGeom prst="line">
            <a:avLst/>
          </a:prstGeom>
          <a:noFill/>
          <a:ln w="25400">
            <a:solidFill>
              <a:srgbClr val="E31B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6520" y="368503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Sound design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46520" y="3977640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 and natural sounds replace dialogue.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852160" y="4453128"/>
            <a:ext cx="502920" cy="0"/>
          </a:xfrm>
          <a:prstGeom prst="line">
            <a:avLst/>
          </a:prstGeom>
          <a:noFill/>
          <a:ln w="25400">
            <a:solidFill>
              <a:srgbClr val="E31B2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46520" y="437997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Editing &amp; pacing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46520" y="4672584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 build, active delivery, quiet emotional finish.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654710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</a:rPr>
              <a:t>Dash Logistics TVC  |  Distance Doesn’t Matter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101852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0C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Audience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6262"/>
                </a:solidFill>
              </a:rPr>
              <a:t>The story is built around people who understand distance from home.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09728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pic>
        <p:nvPicPr>
          <p:cNvPr id="5" name="Image 0" descr="/mnt/data/ppt_assets/no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097280"/>
            <a:ext cx="493776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554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audience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195681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and young adults living away from home for study or work.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685800" y="32552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Secondary audience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36576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Parents and families who send useful items to loved ones.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685800" y="489204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Nepali family culture makes food, care and emotional support from home meaningful and relatable.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654710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</a:rPr>
              <a:t>Dash Logistics TVC  |  Distance Doesn’t Matter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01852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0C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Plan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6262"/>
                </a:solidFill>
              </a:rPr>
              <a:t>The plan moved from concept and research into production, post-production and feedback.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09728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pic>
        <p:nvPicPr>
          <p:cNvPr id="5" name="Image 0" descr="/mnt/data/ppt_assets/gant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604" y="1508760"/>
            <a:ext cx="3185353" cy="4389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Gantt chart role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83680" y="2148840"/>
            <a:ext cx="461772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700" dirty="0">
                <a:solidFill>
                  <a:srgbClr val="0C0C0C"/>
                </a:solidFill>
              </a:rPr>
              <a:t>Organised pre-production, production and post-production stages.</a:t>
            </a:r>
            <a:endParaRPr lang="en-US" sz="1700" dirty="0"/>
          </a:p>
          <a:p>
            <a:r>
              <a:rPr lang="en-US" sz="1700" dirty="0">
                <a:solidFill>
                  <a:srgbClr val="0C0C0C"/>
                </a:solidFill>
              </a:rPr>
              <a:t>Kept research, script, storyboard and location planning in order.</a:t>
            </a:r>
            <a:endParaRPr lang="en-US" sz="1700" dirty="0"/>
          </a:p>
          <a:p>
            <a:r>
              <a:rPr lang="en-US" sz="1700" dirty="0">
                <a:solidFill>
                  <a:srgbClr val="0C0C0C"/>
                </a:solidFill>
              </a:rPr>
              <a:t>Tracked editing, sound design, colour grading, survey and final export.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48640" y="654710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</a:rPr>
              <a:t>Dash Logistics TVC  |  Distance Doesn’t Matter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01852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0C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Script &amp; Storyboard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6262"/>
                </a:solidFill>
              </a:rPr>
              <a:t>The final script was visual because the TVC has no dialogue.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09728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pic>
        <p:nvPicPr>
          <p:cNvPr id="5" name="Image 0" descr="/mnt/data/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3611880" cy="4389120"/>
          </a:xfrm>
          <a:prstGeom prst="rect">
            <a:avLst/>
          </a:prstGeom>
        </p:spPr>
      </p:pic>
      <p:pic>
        <p:nvPicPr>
          <p:cNvPr id="6" name="Image 1" descr="/mnt/data/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417320"/>
            <a:ext cx="3611880" cy="4389120"/>
          </a:xfrm>
          <a:prstGeom prst="rect">
            <a:avLst/>
          </a:prstGeom>
        </p:spPr>
      </p:pic>
      <p:pic>
        <p:nvPicPr>
          <p:cNvPr id="7" name="Image 2" descr="/mnt/data/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17320"/>
            <a:ext cx="3246120" cy="43891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03120" y="58978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26262"/>
                </a:solidFill>
              </a:rPr>
              <a:t>Storyboard pages used to plan scene order, duration and action.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548640" y="654710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</a:rPr>
              <a:t>Dash Logistics TVC  |  Distance Doesn’t Matter</a:t>
            </a:r>
            <a:endParaRPr lang="en-US" sz="750" dirty="0"/>
          </a:p>
        </p:txBody>
      </p:sp>
      <p:sp>
        <p:nvSpPr>
          <p:cNvPr id="10" name="Text 5"/>
          <p:cNvSpPr/>
          <p:nvPr/>
        </p:nvSpPr>
        <p:spPr>
          <a:xfrm>
            <a:off x="1101852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0C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Process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6262"/>
                </a:solidFill>
              </a:rPr>
              <a:t>The shoot used practical locations and available resources to keep the story natural.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09728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pic>
        <p:nvPicPr>
          <p:cNvPr id="5" name="Image 0" descr="/mnt/data/ppt_assets/moth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3520440" cy="1965960"/>
          </a:xfrm>
          <a:prstGeom prst="rect">
            <a:avLst/>
          </a:prstGeom>
        </p:spPr>
      </p:pic>
      <p:pic>
        <p:nvPicPr>
          <p:cNvPr id="6" name="Image 1" descr="/mnt/data/ppt_assets/handoverMoth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417320"/>
            <a:ext cx="3520440" cy="1965960"/>
          </a:xfrm>
          <a:prstGeom prst="rect">
            <a:avLst/>
          </a:prstGeom>
        </p:spPr>
      </p:pic>
      <p:pic>
        <p:nvPicPr>
          <p:cNvPr id="7" name="Image 2" descr="/mnt/data/ppt_assets/riderRoa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1417320"/>
            <a:ext cx="3520440" cy="1965960"/>
          </a:xfrm>
          <a:prstGeom prst="rect">
            <a:avLst/>
          </a:prstGeom>
        </p:spPr>
      </p:pic>
      <p:pic>
        <p:nvPicPr>
          <p:cNvPr id="8" name="Image 3" descr="/mnt/data/ppt_assets/delivery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703320"/>
            <a:ext cx="3520440" cy="1965960"/>
          </a:xfrm>
          <a:prstGeom prst="rect">
            <a:avLst/>
          </a:prstGeom>
        </p:spPr>
      </p:pic>
      <p:pic>
        <p:nvPicPr>
          <p:cNvPr id="9" name="Image 4" descr="/mnt/data/ppt_assets/not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3703320"/>
            <a:ext cx="3520440" cy="1965960"/>
          </a:xfrm>
          <a:prstGeom prst="rect">
            <a:avLst/>
          </a:prstGeom>
        </p:spPr>
      </p:pic>
      <p:pic>
        <p:nvPicPr>
          <p:cNvPr id="10" name="Image 5" descr="/mnt/data/ppt_assets/box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0" y="3703320"/>
            <a:ext cx="3520440" cy="196596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548640" y="654710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</a:rPr>
              <a:t>Dash Logistics TVC  |  Distance Doesn’t Matter</a:t>
            </a:r>
            <a:endParaRPr lang="en-US" sz="750" dirty="0"/>
          </a:p>
        </p:txBody>
      </p:sp>
      <p:sp>
        <p:nvSpPr>
          <p:cNvPr id="12" name="Text 4"/>
          <p:cNvSpPr/>
          <p:nvPr/>
        </p:nvSpPr>
        <p:spPr>
          <a:xfrm>
            <a:off x="1101852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0C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Post-Production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6262"/>
                </a:solidFill>
              </a:rPr>
              <a:t>The full post-production process was completed in DaVinci Resolve.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09728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pic>
        <p:nvPicPr>
          <p:cNvPr id="5" name="Image 0" descr="/mnt/data/ppt_assets/davinci_grad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6583680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26680" y="1600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DaVinci Resolve was used for: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26680" y="2057400"/>
            <a:ext cx="379476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500" dirty="0">
                <a:solidFill>
                  <a:srgbClr val="0C0C0C"/>
                </a:solidFill>
              </a:rPr>
              <a:t>Importing and organising footage</a:t>
            </a:r>
            <a:endParaRPr lang="en-US" sz="1500" dirty="0"/>
          </a:p>
          <a:p>
            <a:r>
              <a:rPr lang="en-US" sz="1500" dirty="0">
                <a:solidFill>
                  <a:srgbClr val="0C0C0C"/>
                </a:solidFill>
              </a:rPr>
              <a:t>Editing clips according to the storyboard</a:t>
            </a:r>
            <a:endParaRPr lang="en-US" sz="1500" dirty="0"/>
          </a:p>
          <a:p>
            <a:r>
              <a:rPr lang="en-US" sz="1500" dirty="0">
                <a:solidFill>
                  <a:srgbClr val="0C0C0C"/>
                </a:solidFill>
              </a:rPr>
              <a:t>Sound balancing and music placement</a:t>
            </a:r>
            <a:endParaRPr lang="en-US" sz="1500" dirty="0"/>
          </a:p>
          <a:p>
            <a:r>
              <a:rPr lang="en-US" sz="1500" dirty="0">
                <a:solidFill>
                  <a:srgbClr val="0C0C0C"/>
                </a:solidFill>
              </a:rPr>
              <a:t>Colour correction and grading</a:t>
            </a:r>
            <a:endParaRPr lang="en-US" sz="1500" dirty="0"/>
          </a:p>
          <a:p>
            <a:r>
              <a:rPr lang="en-US" sz="1500" dirty="0">
                <a:solidFill>
                  <a:srgbClr val="0C0C0C"/>
                </a:solidFill>
              </a:rPr>
              <a:t>Final render and export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26680" y="4983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Export: H.265 / QuickTime • 3840 × 2160 • 24 fps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54710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</a:rPr>
              <a:t>Dash Logistics TVC  |  Distance Doesn’t Matter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01852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0C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Resources Used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6262"/>
                </a:solidFill>
              </a:rPr>
              <a:t>The production was built with available gear, practical locations and help from friends.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09728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020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9019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Sony A7 IV + Sigma 20–70mm lens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2441448"/>
            <a:ext cx="4389120" cy="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60020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63640" y="19019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K&amp;F Concept tripod + DJI RS4 gimbal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63640" y="2441448"/>
            <a:ext cx="4389120" cy="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8346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1363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 light, RGB bar light and panel light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85800" y="3675888"/>
            <a:ext cx="4389120" cy="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28346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31363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Friend’s scooter as Dash delivery vehicle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63640" y="3675888"/>
            <a:ext cx="4389120" cy="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0690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37083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iPad A16 used to check framing and focus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85800" y="4910328"/>
            <a:ext cx="4389120" cy="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40690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437083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DaVinci Resolve for edit, sound, colour and export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263640" y="4910328"/>
            <a:ext cx="4389120" cy="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54710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</a:rPr>
              <a:t>Dash Logistics TVC  |  Distance Doesn’t Matter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01852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0C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Testing &amp; Findings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6262"/>
                </a:solidFill>
              </a:rPr>
              <a:t>Feedback checked whether the no-dialogue story was clear and emotional.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09728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459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1B23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1600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 clarity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364992" y="161848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the mother-son story easy to understand?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5786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1B23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25328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Emotion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364992" y="255117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the TVC feel emotional and relatable?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351129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1B23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70432" y="34655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visibility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364992" y="348386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Dash Logistics clearly shown?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" y="444398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1B23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70432" y="43982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quality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364992" y="441655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music, colour and pacing support the story?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outcome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21488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story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12480" y="2423160"/>
            <a:ext cx="2423160" cy="14630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0" y="2423160"/>
            <a:ext cx="1965960" cy="146304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29260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emotion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412480" y="3200400"/>
            <a:ext cx="2423160" cy="14630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0" y="3200400"/>
            <a:ext cx="2103120" cy="146304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3703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remembered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12480" y="3977640"/>
            <a:ext cx="2423160" cy="14630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0" y="3977640"/>
            <a:ext cx="2240280" cy="146304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54710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</a:rPr>
              <a:t>Dash Logistics TVC  |  Distance Doesn’t Matter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01852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0C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6262"/>
                </a:solidFill>
              </a:rPr>
              <a:t>A simple delivery story becomes a human message for Dash Logistics.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09728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pic>
        <p:nvPicPr>
          <p:cNvPr id="5" name="Image 0" descr="/mnt/data/ppt_assets/riderAlle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120" y="2065020"/>
            <a:ext cx="5212080" cy="318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73736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presents Dash Logistics as a reliable and caring brand by turning a simple delivery into a story of home, distance and connection.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85800" y="3127248"/>
            <a:ext cx="118872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349300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Distance doesn’t break bonds.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 delivers what matters.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85800" y="5074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48640" y="654710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</a:rPr>
              <a:t>Dash Logistics TVC  |  Distance Doesn’t Matter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01852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712</Words>
  <Application>Microsoft Macintosh PowerPoint</Application>
  <PresentationFormat>Widescreen</PresentationFormat>
  <Paragraphs>142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Distance Doesn't Matter - Dash Logistics TVC</dc:title>
  <dc:subject>Dash Logistics TVC project presentation</dc:subject>
  <dc:creator>OpenAI</dc:creator>
  <cp:lastModifiedBy>info.sagegraphics@gmail.com</cp:lastModifiedBy>
  <cp:revision>3</cp:revision>
  <dcterms:created xsi:type="dcterms:W3CDTF">2026-05-20T08:31:44Z</dcterms:created>
  <dcterms:modified xsi:type="dcterms:W3CDTF">2026-05-20T08:52:30Z</dcterms:modified>
</cp:coreProperties>
</file>